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00" b="1">
                <a:solidFill>
                  <a:srgbClr val="00C1CE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rimo"/>
              </a:rPr>
              <a:t>Key →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0">
                <a:solidFill>
                  <a:srgbClr val="DCE7F4"/>
                </a:solidFill>
                <a:latin typeface="Arimo"/>
              </a:rPr>
              <a:t>Dictionary Lab - עובדים עם מיפוי אמיתי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F59F00"/>
                </a:solidFill>
                <a:latin typeface="Arimo"/>
              </a:rPr>
              <a:t>Read → Predict → Modify → Test → Debug → Build →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0">
                <a:solidFill>
                  <a:srgbClr val="A8BBD3"/>
                </a:solidFill>
                <a:latin typeface="Arimo"/>
              </a:rPr>
              <a:t>Dictionary access · membership · add/update/delete ·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נמצא בתוך השיעור?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Dictionary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state changes in a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nested structures wait until M4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completes the 2 practical hours of the official 3h Dictionary block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students modify state rather than only read literals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conditions/functions are prior knowledge used inside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Hook: מלאי משתנה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1">
                <a:solidFill>
                  <a:srgbClr val="F2F7FF"/>
                </a:solidFill>
                <a:latin typeface="Arimo"/>
              </a:rPr>
              <a:t>איך מייצגים “שם מוצר → כמות במלאי” בלי לחפש index מתאים בשתי רשימות?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3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product name identifies the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quantity is the current state associated with that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A8BBD3"/>
                </a:solidFill>
                <a:latin typeface="Arimo"/>
              </a:rPr>
              <a:t>Dictionary נוח במיוחד כשמזהה מוביל לערך שמשתנה.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המודל המנטלי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700" b="1">
                <a:solidFill>
                  <a:srgbClr val="00C1CE"/>
                </a:solidFill>
                <a:latin typeface="Arimo"/>
              </a:rPr>
              <a:t>key → current value → update → new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0">
                <a:solidFill>
                  <a:srgbClr val="DCE7F4"/>
                </a:solidFill>
                <a:latin typeface="Arimo"/>
              </a:rPr>
              <a:t>Dictionary אינו רק lookup table. פעולות התוכנית משנות את המיפוי לאורך הזמן, ולכן צריך לעקוב אחרי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פעולות Dictionary שהיום נדרשות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stock["pencil"]</a:t>
            </a:r>
            <a:br/>
            <a:r>
              <a:t>lookup by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"pencil" in stock</a:t>
            </a:r>
            <a:br/>
            <a:r>
              <a:t>key exists?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stock[key] = value</a:t>
            </a:r>
            <a:br/>
            <a:r>
              <a:t>add or update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7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75B4FF"/>
                </a:solidFill>
                <a:latin typeface="Arimo"/>
              </a:rPr>
              <a:t>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del stock[key]</a:t>
            </a:r>
            <a:br/>
            <a:r>
              <a:t>remove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לפני lookup של key שמגיע מהמשתמש - בודקים membership.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Starter: אל תריצו עדיין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5943600" cy="4389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00">
                <a:solidFill>
                  <a:srgbClr val="F2F7FF"/>
                </a:solidFill>
                <a:latin typeface="DejaVu Sans Mono"/>
              </a:rPr>
              <a:t>stock = {"pencil": 12, "eraser": 5, "notebook": 8}</a:t>
            </a:r>
            <a:br/>
            <a:br/>
            <a:r>
              <a:rPr sz="1200">
                <a:solidFill>
                  <a:srgbClr val="F2F7FF"/>
                </a:solidFill>
                <a:latin typeface="DejaVu Sans Mono"/>
              </a:rPr>
              <a:t>print(stock["pencil"])</a:t>
            </a:r>
            <a:br/>
            <a:r>
              <a:rPr sz="1200">
                <a:solidFill>
                  <a:srgbClr val="F2F7FF"/>
                </a:solidFill>
                <a:latin typeface="DejaVu Sans Mono"/>
              </a:rPr>
              <a:t>stock["eraser"] = 7</a:t>
            </a:r>
            <a:br/>
            <a:r>
              <a:rPr sz="1200">
                <a:solidFill>
                  <a:srgbClr val="F2F7FF"/>
                </a:solidFill>
                <a:latin typeface="DejaVu Sans Mono"/>
              </a:rPr>
              <a:t>stock["marker"] = 4</a:t>
            </a:r>
            <a:br/>
            <a:br/>
            <a:r>
              <a:rPr sz="1200">
                <a:solidFill>
                  <a:srgbClr val="F2F7FF"/>
                </a:solidFill>
                <a:latin typeface="DejaVu Sans Mono"/>
              </a:rPr>
              <a:t>if "notebook" in stock:</a:t>
            </a:r>
            <a:br/>
            <a:r>
              <a:rPr sz="1200">
                <a:solidFill>
                  <a:srgbClr val="F2F7FF"/>
                </a:solidFill>
                <a:latin typeface="DejaVu Sans Mono"/>
              </a:rPr>
              <a:t>    stock["notebook"] -= 1</a:t>
            </a:r>
            <a:br/>
            <a:br/>
            <a:r>
              <a:rPr sz="1200">
                <a:solidFill>
                  <a:srgbClr val="F2F7FF"/>
                </a:solidFill>
                <a:latin typeface="DejaVu Sans Mono"/>
              </a:rPr>
              <a:t>print(len(stock))</a:t>
            </a:r>
            <a:br/>
            <a:r>
              <a:rPr sz="1200">
                <a:solidFill>
                  <a:srgbClr val="F2F7FF"/>
                </a:solidFill>
                <a:latin typeface="DejaVu Sans Mono"/>
              </a:rPr>
              <a:t>print(stock["notebook"])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54480"/>
            <a:ext cx="43891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מה ערך eraser אחרי העדכון?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האם marker מוסיף key או מעדכן key?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כמה entries יש בסוף?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מה ערך notebook בסוף?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72000"/>
            <a:ext cx="3840480" cy="84124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4515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00C1CE"/>
                </a:solidFill>
                <a:latin typeface="Arimo"/>
              </a:rPr>
              <a:t>PREDICTION IS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5010912"/>
            <a:ext cx="35478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0">
                <a:solidFill>
                  <a:srgbClr val="F2F7FF"/>
                </a:solidFill>
                <a:latin typeface="Arimo"/>
              </a:rPr>
              <a:t>Trace the mapping after every mutation.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Misconception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השמה ל-key חדש תגרום error כי key לא היה קיים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השמה ל-key קיים מוסיפה entry נוסף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len(dict) סופר values ייחודיים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lookup של key חסר תמיד בטוח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דרך העבודה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Modify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Debug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DCE7F4"/>
                </a:solidFill>
                <a:latin typeface="Arimo"/>
              </a:rPr>
              <a:t>לאחר כל שורה שמשנה Dictionary, ציירו snapshot קצר של המיפוי.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Lab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0-12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Predict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map state after each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47672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12-26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20824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Mutation drills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0824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add vs update vs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9464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26-39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42616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Safe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membership + conditional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91256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39-45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6440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Debug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find a missing-key bug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13048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2776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45-58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86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Inventory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process one requested item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58-72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Loop over keys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0799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inspect stock values by 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56631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72-85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29783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Protected Inventory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29783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build state-changing mapping program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1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85-90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51575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Save +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751575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explain one mutation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00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670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עקבו אחרי אותו key לאורך מספר updates.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הערך הסופי של pen?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37744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00">
                <a:solidFill>
                  <a:srgbClr val="F2F7FF"/>
                </a:solidFill>
                <a:latin typeface="DejaVu Sans Mono"/>
              </a:rPr>
              <a:t>stock = {"pen": 5}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stock["pen"] = 7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stock["pen"] = stock["pen"] - 2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print(stock["pen"])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אותו key - value חדש, לא entry חדש.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461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7157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הקלט יכול להיות key שלא קיים.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איזה guard חסר לפני lookup?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42316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50">
                <a:solidFill>
                  <a:srgbClr val="F2F7FF"/>
                </a:solidFill>
                <a:latin typeface="DejaVu Sans Mono"/>
              </a:rPr>
              <a:t>item = input("Item: ")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print(stock[item])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הוסיפו if item in stock לפני הגישה.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Protected Core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3840480" cy="39319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PROTECTED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3547872" cy="34015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200" b="0">
                <a:solidFill>
                  <a:srgbClr val="F2F7FF"/>
                </a:solidFill>
                <a:latin typeface="Arimo"/>
              </a:rPr>
              <a:t>Inventory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03504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התחילו Dictionary של לפחות 4 מוצרים וכמויות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קלטו item מהמשתמש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אם item קיים - הפחיתו 1 והציגו את הכמות החדשה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אם item אינו קיים - הציגו הודעה ידידותית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הוסיפו מוצר חדש ועדכנו מוצר קיים בקוד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בשלב תרגול נפרד מחקו key אחד באמצעות 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5943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250" b="1">
                <a:solidFill>
                  <a:srgbClr val="F59F00"/>
                </a:solidFill>
                <a:latin typeface="Arimo"/>
              </a:rPr>
              <a:t>המשימה המוגנת אינה דורשת nested data - רק שליטה אמיתית ב-Dictionary 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Predict dictionary state after mutations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Distinguish add from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Guard a lookup with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Build a state-changing dictionary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M3 סוגר את בלוק Dictionary הרשמי של 3 שעות.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בדיקת סיום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400">
                <a:solidFill>
                  <a:srgbClr val="F2F7FF"/>
                </a:solidFill>
                <a:latin typeface="DejaVu Sans Mono"/>
              </a:rPr>
              <a:t>stock = {"pen": 4}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stock["pen"] = stock["pen"] - 1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print(stock["pen"])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יודפס?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04872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770632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72968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611879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14215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8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53127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KeyError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230368"/>
            <a:ext cx="4526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0">
                <a:solidFill>
                  <a:srgbClr val="A8BBD3"/>
                </a:solidFill>
                <a:latin typeface="Arimo"/>
              </a:rPr>
              <a:t>אל תריצו לפני שבחרתם תשובה.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מסיימים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400" b="1">
                <a:solidFill>
                  <a:srgbClr val="00C1CE"/>
                </a:solidFill>
                <a:latin typeface="Arimo"/>
              </a:rPr>
              <a:t>key → value → mutation → new mapping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same key + assignment = update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new key + assignment = add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membership before uncertain lookup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50" b="1">
                <a:solidFill>
                  <a:srgbClr val="F59F00"/>
                </a:solidFill>
                <a:latin typeface="Arimo"/>
              </a:rPr>
              <a:t>M4 עובר לנתונים שבתוך נתונים: list of lists / list of tuples.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