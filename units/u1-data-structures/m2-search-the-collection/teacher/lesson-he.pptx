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00" b="1">
                <a:solidFill>
                  <a:srgbClr val="00C1CE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rimo"/>
              </a:rPr>
              <a:t>Search the 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0">
                <a:solidFill>
                  <a:srgbClr val="DCE7F4"/>
                </a:solidFill>
                <a:latin typeface="Arimo"/>
              </a:rPr>
              <a:t>תבניות אלגוריתמיות + כניסה ל-Dictionary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F59F00"/>
                </a:solidFill>
                <a:latin typeface="Arimo"/>
              </a:rPr>
              <a:t>Read → Trace → Predict → Run → Modify → Build →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0">
                <a:solidFill>
                  <a:srgbClr val="A8BBD3"/>
                </a:solidFill>
                <a:latin typeface="Arimo"/>
              </a:rPr>
              <a:t>search · count · sum · min/max · Dictionary key→value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נמצא בתוך השיעור?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algorithm patterns on simple structures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manual scan + Dictionary 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no complex nested structures yet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first 45 min completes the official 2h simple-structure algorithm practice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second 45 min is the official 1h Dictionary theory block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functions may be used as prior knowledge, not re-taught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Hook: למצוא ערך זה לא רק 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1">
                <a:solidFill>
                  <a:srgbClr val="F2F7FF"/>
                </a:solidFill>
                <a:latin typeface="Arimo"/>
              </a:rPr>
              <a:t>אם צריך גם לספור, לסכום ולמצוא מקסימום - איזו תבנית חוזרת?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3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עוברים איבר-איבר ושומרים state מתאים.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כאשר שם/מזהה צריך להוביל ישירות לערך - Dictionary.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A8BBD3"/>
                </a:solidFill>
                <a:latin typeface="Arimo"/>
              </a:rPr>
              <a:t>שני רעיונות באותו מפגש: scan של collection, ואז key → value.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המודל המנטלי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700" b="1">
                <a:solidFill>
                  <a:srgbClr val="00C1CE"/>
                </a:solidFill>
                <a:latin typeface="Arimo"/>
              </a:rPr>
              <a:t>collection → scan → update state →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0">
                <a:solidFill>
                  <a:srgbClr val="DCE7F4"/>
                </a:solidFill>
                <a:latin typeface="Arimo"/>
              </a:rPr>
              <a:t>חיפוש, מניה, סכימה ומקסימום שונים במטרה - אבל כולם מבוססים על מעבר שיטתי ועדכון state.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תבניות scan מרכזיות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found מתחיל False</a:t>
            </a:r>
            <a:br/>
            <a:r>
              <a:t>משתנה כשנמצא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counter מתחיל 0</a:t>
            </a:r>
            <a:br/>
            <a:r>
              <a:t>גדל כשמתקיים תנאי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SUM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total מתחיל 0</a:t>
            </a:r>
            <a:br/>
            <a:r>
              <a:t>מצטבר בכל צעד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7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75B4FF"/>
                </a:solidFill>
                <a:latin typeface="Arimo"/>
              </a:rPr>
              <a:t>MAX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best מתחיל מערך קיים</a:t>
            </a:r>
            <a:br/>
            <a:r>
              <a:t>מתעדכן כשנמצא גדול יותר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לא מסתפקים ב-built-ins: חשוב לדעת לעקוב אחרי האלגוריתם עצמו.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Starter: אל תריצו עדיין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5943600" cy="4389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130">
                <a:solidFill>
                  <a:srgbClr val="F2F7FF"/>
                </a:solidFill>
                <a:latin typeface="DejaVu Sans Mono"/>
              </a:rPr>
              <a:t>values = [12, 7, 18, 4, 15]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target = 18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found = False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count_high = 0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total = 0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highest = values[0]</a:t>
            </a:r>
            <a:br/>
            <a:br/>
            <a:r>
              <a:rPr sz="1130">
                <a:solidFill>
                  <a:srgbClr val="F2F7FF"/>
                </a:solidFill>
                <a:latin typeface="DejaVu Sans Mono"/>
              </a:rPr>
              <a:t>for value in values: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total += value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if value == target: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    found = True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if value &gt;= 10: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    count_high += 1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if value &gt; highest:</a:t>
            </a:r>
            <a:br/>
            <a:r>
              <a:rPr sz="1130">
                <a:solidFill>
                  <a:srgbClr val="F2F7FF"/>
                </a:solidFill>
                <a:latin typeface="DejaVu Sans Mono"/>
              </a:rPr>
              <a:t>        highest = value</a:t>
            </a:r>
            <a:br/>
            <a:br/>
            <a:r>
              <a:rPr sz="1130">
                <a:solidFill>
                  <a:srgbClr val="F2F7FF"/>
                </a:solidFill>
                <a:latin typeface="DejaVu Sans Mono"/>
              </a:rPr>
              <a:t>print(found, count_high, total, highest)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54480"/>
            <a:ext cx="43891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עקבו אחרי total אחרי כל iteration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מתי found משתנה?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כמה פעמים counter גדל?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למה highest לא מתחיל ב-0 באופן כללי?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72000"/>
            <a:ext cx="3840480" cy="84124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4515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00C1CE"/>
                </a:solidFill>
                <a:latin typeface="Arimo"/>
              </a:rPr>
              <a:t>PREDICTION IS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5010912"/>
            <a:ext cx="35478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0">
                <a:solidFill>
                  <a:srgbClr val="F2F7FF"/>
                </a:solidFill>
                <a:latin typeface="Arimo"/>
              </a:rPr>
              <a:t>Trace state changes, not only final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Misconception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חיפוש סדרתי חייב לעצור מיד כשמוצאים ערך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max יכול תמיד להתחיל מ-0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Dictionary הוא List עם שני indexes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in על Dictionary בודק values כברירת מחדל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דרך העבודה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Modify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DCE7F4"/>
                </a:solidFill>
                <a:latin typeface="Arimo"/>
              </a:rPr>
              <a:t>בכל scan סמנו מהו ה-state שנשמר בין iterations: found / count / total / best.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Lab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0-12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Trace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state table for four algorithm patterns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47672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12-26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20824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Pattern isolation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0824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search / count / sum / max separately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9464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26-40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42616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Simple-structure task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apply one pattern to List/Tuple/Set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91256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40-45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6440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Buffer + transition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from scanning to keyed lookup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13048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2776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45-57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86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Dictionary hook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name → score problem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57-70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Create /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0799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key, value, membership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56631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70-83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29783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Modify dictionary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29783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add, update, delete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1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83-90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51575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Protected Score Book +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751575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build and explain key choice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00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TRACE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670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עקבו אחרי counter בלי להריץ.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כמה values הם לפחות 10?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37744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00">
                <a:solidFill>
                  <a:srgbClr val="F2F7FF"/>
                </a:solidFill>
                <a:latin typeface="DejaVu Sans Mono"/>
              </a:rPr>
              <a:t>values = [12, 7, 18, 4, 15]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count_high = 0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for value in values: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    if value &gt;= 10: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        count_high += 1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print(count_high)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כתבו גם את ערך counter אחרי כל iteration.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461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DICTIONARY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7157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עברנו מ-position → value אל key → value.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נוח יותר לחפש כאשר יודעים את שם התלמיד?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42316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50">
                <a:solidFill>
                  <a:srgbClr val="F2F7FF"/>
                </a:solidFill>
                <a:latin typeface="DejaVu Sans Mono"/>
              </a:rPr>
              <a:t>scores = {"Dana": 82, "Ali": 91}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print(scores["Ali"])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print("Maya" in scores)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ב-Dictionary, membership רגיל בודק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Protected Core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3840480" cy="39319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PROTECTED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3547872" cy="34015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200" b="0">
                <a:solidFill>
                  <a:srgbClr val="F2F7FF"/>
                </a:solidFill>
                <a:latin typeface="Arimo"/>
              </a:rPr>
              <a:t>Score 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03504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צרו Dictionary עם לפחות 3 תלמידים וציונים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הדפיסו ציון לפי key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בדקו membership של תלמיד לפני lookup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עדכנו ציון קיים והוסיפו תלמיד חדש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מחקו key אחד באמצעות del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הסבירו למה student name הוא key מתאים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5943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250" b="1">
                <a:solidFill>
                  <a:srgbClr val="F59F00"/>
                </a:solidFill>
                <a:latin typeface="Arimo"/>
              </a:rPr>
              <a:t>המשימה בודקת model של key→value, לא רק כתיבת סוגריים מסולסלים.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Trace a manual collection 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Apply count/sum/max correctly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Create and safely access a Dictionary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Explain what the keys represent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החצי השני הוא ה-Knowledge block הראשון מתוך שניים ב-Unit 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בדיקת סיום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400">
                <a:solidFill>
                  <a:srgbClr val="F2F7FF"/>
                </a:solidFill>
                <a:latin typeface="DejaVu Sans Mono"/>
              </a:rPr>
              <a:t>scores = {"Dana": 82, "Ali": 91}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print("Ali" in scores)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print(scores["Ali"])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איזה זוג פלטים יתקבל?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04872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770632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True, 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72968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611879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91, True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14215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8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53127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False, 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230368"/>
            <a:ext cx="4526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0">
                <a:solidFill>
                  <a:srgbClr val="A8BBD3"/>
                </a:solidFill>
                <a:latin typeface="Arimo"/>
              </a:rPr>
              <a:t>אל תריצו לפני שבחרתם תשובה.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מסיימים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400" b="1">
                <a:solidFill>
                  <a:srgbClr val="00C1CE"/>
                </a:solidFill>
                <a:latin typeface="Arimo"/>
              </a:rPr>
              <a:t>scan patterns + key →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search/count/sum/max = scan + state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Dictionary maps unique keys to values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membership on a dict checks keys by default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50" b="1">
                <a:solidFill>
                  <a:srgbClr val="F59F00"/>
                </a:solidFill>
                <a:latin typeface="Arimo"/>
              </a:rPr>
              <a:t>M3 מוקדש כולו לתרגול Dictionary בתוך בעיות.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